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875D"/>
          </a:solidFill>
          <a:ln w="12700">
            <a:solidFill>
              <a:srgbClr val="B487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Time-changed Lévy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207008"/>
            <a:ext cx="1031443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4351" y="3058668"/>
            <a:ext cx="4742993" cy="364846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6096" y="3770986"/>
            <a:ext cx="2419502" cy="38404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9506" y="4502506"/>
            <a:ext cx="5472684" cy="403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875D"/>
          </a:solidFill>
          <a:ln w="12700">
            <a:solidFill>
              <a:srgbClr val="B487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Characteristic exponent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207008"/>
            <a:ext cx="1031443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01898" y="2338578"/>
            <a:ext cx="5587898" cy="46085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56993" y="3146908"/>
            <a:ext cx="7277710" cy="1766621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3674" y="5261000"/>
            <a:ext cx="2784348" cy="3648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875D"/>
          </a:solidFill>
          <a:ln w="12700">
            <a:solidFill>
              <a:srgbClr val="B487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CGMY Lévy density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207008"/>
            <a:ext cx="1031443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5119" y="2704338"/>
            <a:ext cx="5261458" cy="188183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4231" y="4933645"/>
            <a:ext cx="6663233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875D"/>
          </a:solidFill>
          <a:ln w="12700">
            <a:solidFill>
              <a:srgbClr val="B487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CGMY characteristic function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207008"/>
            <a:ext cx="1031443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0522" y="3155594"/>
            <a:ext cx="8410651" cy="94091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5119" y="4443984"/>
            <a:ext cx="5261458" cy="364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875D"/>
          </a:solidFill>
          <a:ln w="12700">
            <a:solidFill>
              <a:srgbClr val="B487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NIG characteristic exponent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207008"/>
            <a:ext cx="1031443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76933" y="2828239"/>
            <a:ext cx="8237830" cy="88331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5668" y="4059022"/>
            <a:ext cx="2880360" cy="364846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01161" y="4771339"/>
            <a:ext cx="4589374" cy="364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875D"/>
          </a:solidFill>
          <a:ln w="12700">
            <a:solidFill>
              <a:srgbClr val="B487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Gamma subordinator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207008"/>
            <a:ext cx="1031443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9227" y="2356866"/>
            <a:ext cx="3533242" cy="88331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6345" y="3587648"/>
            <a:ext cx="4839005" cy="364846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7602" y="4299966"/>
            <a:ext cx="3936492" cy="48006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62018" y="5127498"/>
            <a:ext cx="3667658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875D"/>
          </a:solidFill>
          <a:ln w="12700">
            <a:solidFill>
              <a:srgbClr val="B487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Independent Gamma time change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207008"/>
            <a:ext cx="1031443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82846" y="1885493"/>
            <a:ext cx="3226003" cy="4800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0363" y="2713025"/>
            <a:ext cx="4550969" cy="48006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97023" y="3540557"/>
            <a:ext cx="6797650" cy="672084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18738" y="4560113"/>
            <a:ext cx="4954219" cy="748894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02786" y="5656478"/>
            <a:ext cx="4186123" cy="4224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875D"/>
          </a:solidFill>
          <a:ln w="12700">
            <a:solidFill>
              <a:srgbClr val="B487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NIG plus Gamma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207008"/>
            <a:ext cx="1031443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49904" y="2847442"/>
            <a:ext cx="5491886" cy="74889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9904" y="3943807"/>
            <a:ext cx="5491886" cy="46085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3524" y="4752137"/>
            <a:ext cx="5184648" cy="3648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875D"/>
          </a:solidFill>
          <a:ln w="12700">
            <a:solidFill>
              <a:srgbClr val="B487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CGMY plus Gamma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207008"/>
            <a:ext cx="1031443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13862" y="2847442"/>
            <a:ext cx="6163970" cy="74889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3862" y="3943807"/>
            <a:ext cx="6163970" cy="46085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77083" y="4752137"/>
            <a:ext cx="5837530" cy="3648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875D"/>
          </a:solidFill>
          <a:ln w="12700">
            <a:solidFill>
              <a:srgbClr val="B487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Effective characteristic exponent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207008"/>
            <a:ext cx="1031443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7692" y="2895448"/>
            <a:ext cx="2496312" cy="364846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3952" y="3607765"/>
            <a:ext cx="4723790" cy="74889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11650" y="4704131"/>
            <a:ext cx="3168396" cy="3648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875D"/>
          </a:solidFill>
          <a:ln w="12700">
            <a:solidFill>
              <a:srgbClr val="B487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Martingale correction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207008"/>
            <a:ext cx="1031443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3644" y="2376068"/>
            <a:ext cx="3264408" cy="46085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0483" y="3184398"/>
            <a:ext cx="2630729" cy="67208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2846" y="4203954"/>
            <a:ext cx="3226003" cy="672084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72507" y="5223510"/>
            <a:ext cx="2246681" cy="3648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875D"/>
          </a:solidFill>
          <a:ln w="12700">
            <a:solidFill>
              <a:srgbClr val="B487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Log-price characteristic function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207008"/>
            <a:ext cx="1031443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09874" y="3001061"/>
            <a:ext cx="5971946" cy="42245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6804" y="3770986"/>
            <a:ext cx="3898087" cy="46085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32915" y="4579315"/>
            <a:ext cx="852586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875D"/>
          </a:solidFill>
          <a:ln w="12700">
            <a:solidFill>
              <a:srgbClr val="B487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Carr--Madan damped call transform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207008"/>
            <a:ext cx="1031443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18150" y="1559052"/>
            <a:ext cx="1555394" cy="326441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4072" y="2232965"/>
            <a:ext cx="2803550" cy="422453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8369" y="3002890"/>
            <a:ext cx="4454957" cy="864108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00273" y="4214470"/>
            <a:ext cx="5991149" cy="940918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08249" y="5502859"/>
            <a:ext cx="6375197" cy="9025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875D"/>
          </a:solidFill>
          <a:ln w="12700">
            <a:solidFill>
              <a:srgbClr val="B4875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FFT grid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064240" y="457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207008"/>
            <a:ext cx="1031443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06624" y="2867558"/>
            <a:ext cx="6778447" cy="74889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8588" y="3963924"/>
            <a:ext cx="7354519" cy="11329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Time-changed Lévy formulas, balanced section layout</dc:title>
  <dc:subject>Time-changed Lévy model formulas</dc:subject>
  <dc:creator>OpenAI</dc:creator>
  <cp:lastModifiedBy>OpenAI</cp:lastModifiedBy>
  <cp:revision>1</cp:revision>
  <dcterms:created xsi:type="dcterms:W3CDTF">2026-05-26T12:39:28Z</dcterms:created>
  <dcterms:modified xsi:type="dcterms:W3CDTF">2026-05-26T12:39:28Z</dcterms:modified>
</cp:coreProperties>
</file>